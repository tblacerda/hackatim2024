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C1AB0-C923-4ABF-904D-B74B091EEBB6}" v="2" dt="2025-06-27T23:12:46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Beltrao Lacerda" userId="a6cfa6f6-6314-4baf-b142-94e6e4254abd" providerId="ADAL" clId="{1B3C1AB0-C923-4ABF-904D-B74B091EEBB6}"/>
    <pc:docChg chg="custSel addSld delSld modSld">
      <pc:chgData name="Tiago Beltrao Lacerda" userId="a6cfa6f6-6314-4baf-b142-94e6e4254abd" providerId="ADAL" clId="{1B3C1AB0-C923-4ABF-904D-B74B091EEBB6}" dt="2025-06-27T23:13:16.088" v="54" actId="478"/>
      <pc:docMkLst>
        <pc:docMk/>
      </pc:docMkLst>
      <pc:sldChg chg="addSp delSp modSp mod">
        <pc:chgData name="Tiago Beltrao Lacerda" userId="a6cfa6f6-6314-4baf-b142-94e6e4254abd" providerId="ADAL" clId="{1B3C1AB0-C923-4ABF-904D-B74B091EEBB6}" dt="2025-06-27T23:12:56.086" v="34" actId="20577"/>
        <pc:sldMkLst>
          <pc:docMk/>
          <pc:sldMk cId="2847733816" sldId="256"/>
        </pc:sldMkLst>
        <pc:spChg chg="mod">
          <ac:chgData name="Tiago Beltrao Lacerda" userId="a6cfa6f6-6314-4baf-b142-94e6e4254abd" providerId="ADAL" clId="{1B3C1AB0-C923-4ABF-904D-B74B091EEBB6}" dt="2025-06-27T23:12:56.086" v="34" actId="20577"/>
          <ac:spMkLst>
            <pc:docMk/>
            <pc:sldMk cId="2847733816" sldId="256"/>
            <ac:spMk id="12" creationId="{30D9C246-5ED4-BEE0-44EC-5B8C3B3134FB}"/>
          </ac:spMkLst>
        </pc:spChg>
        <pc:graphicFrameChg chg="add del mod">
          <ac:chgData name="Tiago Beltrao Lacerda" userId="a6cfa6f6-6314-4baf-b142-94e6e4254abd" providerId="ADAL" clId="{1B3C1AB0-C923-4ABF-904D-B74B091EEBB6}" dt="2025-06-27T23:12:43.570" v="5" actId="478"/>
          <ac:graphicFrameMkLst>
            <pc:docMk/>
            <pc:sldMk cId="2847733816" sldId="256"/>
            <ac:graphicFrameMk id="2" creationId="{08400E03-E2EB-2719-F24A-295674613EF4}"/>
          </ac:graphicFrameMkLst>
        </pc:graphicFrameChg>
        <pc:graphicFrameChg chg="add mod">
          <ac:chgData name="Tiago Beltrao Lacerda" userId="a6cfa6f6-6314-4baf-b142-94e6e4254abd" providerId="ADAL" clId="{1B3C1AB0-C923-4ABF-904D-B74B091EEBB6}" dt="2025-06-27T23:12:50.204" v="7" actId="1076"/>
          <ac:graphicFrameMkLst>
            <pc:docMk/>
            <pc:sldMk cId="2847733816" sldId="256"/>
            <ac:graphicFrameMk id="3" creationId="{FB427889-2CB8-1D9C-6062-EA109112BEDE}"/>
          </ac:graphicFrameMkLst>
        </pc:graphicFrameChg>
        <pc:picChg chg="del">
          <ac:chgData name="Tiago Beltrao Lacerda" userId="a6cfa6f6-6314-4baf-b142-94e6e4254abd" providerId="ADAL" clId="{1B3C1AB0-C923-4ABF-904D-B74B091EEBB6}" dt="2025-06-27T23:12:38.175" v="1" actId="478"/>
          <ac:picMkLst>
            <pc:docMk/>
            <pc:sldMk cId="2847733816" sldId="256"/>
            <ac:picMk id="5" creationId="{4A606BF5-CEA1-76AC-E0E8-0B1C3179FAC9}"/>
          </ac:picMkLst>
        </pc:picChg>
        <pc:picChg chg="del">
          <ac:chgData name="Tiago Beltrao Lacerda" userId="a6cfa6f6-6314-4baf-b142-94e6e4254abd" providerId="ADAL" clId="{1B3C1AB0-C923-4ABF-904D-B74B091EEBB6}" dt="2025-06-27T23:12:39.304" v="3" actId="478"/>
          <ac:picMkLst>
            <pc:docMk/>
            <pc:sldMk cId="2847733816" sldId="256"/>
            <ac:picMk id="7" creationId="{222C6AEA-2F4C-ACF5-49DF-7544004C037C}"/>
          </ac:picMkLst>
        </pc:picChg>
        <pc:picChg chg="del">
          <ac:chgData name="Tiago Beltrao Lacerda" userId="a6cfa6f6-6314-4baf-b142-94e6e4254abd" providerId="ADAL" clId="{1B3C1AB0-C923-4ABF-904D-B74B091EEBB6}" dt="2025-06-27T23:12:38.701" v="2" actId="478"/>
          <ac:picMkLst>
            <pc:docMk/>
            <pc:sldMk cId="2847733816" sldId="256"/>
            <ac:picMk id="9" creationId="{EA0ED04D-C8EF-2F4A-D590-4F5C63283895}"/>
          </ac:picMkLst>
        </pc:picChg>
        <pc:picChg chg="del">
          <ac:chgData name="Tiago Beltrao Lacerda" userId="a6cfa6f6-6314-4baf-b142-94e6e4254abd" providerId="ADAL" clId="{1B3C1AB0-C923-4ABF-904D-B74B091EEBB6}" dt="2025-06-27T23:12:38.175" v="1" actId="478"/>
          <ac:picMkLst>
            <pc:docMk/>
            <pc:sldMk cId="2847733816" sldId="256"/>
            <ac:picMk id="11" creationId="{1614B37E-9D45-5B6F-7405-1254833078E3}"/>
          </ac:picMkLst>
        </pc:picChg>
      </pc:sldChg>
      <pc:sldChg chg="del">
        <pc:chgData name="Tiago Beltrao Lacerda" userId="a6cfa6f6-6314-4baf-b142-94e6e4254abd" providerId="ADAL" clId="{1B3C1AB0-C923-4ABF-904D-B74B091EEBB6}" dt="2025-06-27T23:12:35.538" v="0" actId="47"/>
        <pc:sldMkLst>
          <pc:docMk/>
          <pc:sldMk cId="1106815609" sldId="257"/>
        </pc:sldMkLst>
      </pc:sldChg>
      <pc:sldChg chg="delSp modSp add mod">
        <pc:chgData name="Tiago Beltrao Lacerda" userId="a6cfa6f6-6314-4baf-b142-94e6e4254abd" providerId="ADAL" clId="{1B3C1AB0-C923-4ABF-904D-B74B091EEBB6}" dt="2025-06-27T23:13:16.088" v="54" actId="478"/>
        <pc:sldMkLst>
          <pc:docMk/>
          <pc:sldMk cId="3310696631" sldId="257"/>
        </pc:sldMkLst>
        <pc:spChg chg="mod">
          <ac:chgData name="Tiago Beltrao Lacerda" userId="a6cfa6f6-6314-4baf-b142-94e6e4254abd" providerId="ADAL" clId="{1B3C1AB0-C923-4ABF-904D-B74B091EEBB6}" dt="2025-06-27T23:13:11.341" v="53" actId="20577"/>
          <ac:spMkLst>
            <pc:docMk/>
            <pc:sldMk cId="3310696631" sldId="257"/>
            <ac:spMk id="12" creationId="{B3E37C0C-FA0B-D742-8A9D-D1E22F0302D6}"/>
          </ac:spMkLst>
        </pc:spChg>
        <pc:graphicFrameChg chg="del">
          <ac:chgData name="Tiago Beltrao Lacerda" userId="a6cfa6f6-6314-4baf-b142-94e6e4254abd" providerId="ADAL" clId="{1B3C1AB0-C923-4ABF-904D-B74B091EEBB6}" dt="2025-06-27T23:13:16.088" v="54" actId="478"/>
          <ac:graphicFrameMkLst>
            <pc:docMk/>
            <pc:sldMk cId="3310696631" sldId="257"/>
            <ac:graphicFrameMk id="3" creationId="{5981DF8E-429D-97FE-D522-C2BD7B90A9F1}"/>
          </ac:graphicFrameMkLst>
        </pc:graphicFrameChg>
      </pc:sldChg>
      <pc:sldChg chg="del">
        <pc:chgData name="Tiago Beltrao Lacerda" userId="a6cfa6f6-6314-4baf-b142-94e6e4254abd" providerId="ADAL" clId="{1B3C1AB0-C923-4ABF-904D-B74B091EEBB6}" dt="2025-06-27T23:12:35.538" v="0" actId="47"/>
        <pc:sldMkLst>
          <pc:docMk/>
          <pc:sldMk cId="3804799167" sldId="258"/>
        </pc:sldMkLst>
      </pc:sldChg>
      <pc:sldChg chg="del">
        <pc:chgData name="Tiago Beltrao Lacerda" userId="a6cfa6f6-6314-4baf-b142-94e6e4254abd" providerId="ADAL" clId="{1B3C1AB0-C923-4ABF-904D-B74B091EEBB6}" dt="2025-06-27T23:12:35.538" v="0" actId="47"/>
        <pc:sldMkLst>
          <pc:docMk/>
          <pc:sldMk cId="855907889" sldId="259"/>
        </pc:sldMkLst>
      </pc:sldChg>
      <pc:sldChg chg="del">
        <pc:chgData name="Tiago Beltrao Lacerda" userId="a6cfa6f6-6314-4baf-b142-94e6e4254abd" providerId="ADAL" clId="{1B3C1AB0-C923-4ABF-904D-B74B091EEBB6}" dt="2025-06-27T23:12:35.538" v="0" actId="47"/>
        <pc:sldMkLst>
          <pc:docMk/>
          <pc:sldMk cId="652017484" sldId="260"/>
        </pc:sldMkLst>
      </pc:sldChg>
      <pc:sldChg chg="del">
        <pc:chgData name="Tiago Beltrao Lacerda" userId="a6cfa6f6-6314-4baf-b142-94e6e4254abd" providerId="ADAL" clId="{1B3C1AB0-C923-4ABF-904D-B74B091EEBB6}" dt="2025-06-27T23:12:35.538" v="0" actId="47"/>
        <pc:sldMkLst>
          <pc:docMk/>
          <pc:sldMk cId="2899868402" sldId="261"/>
        </pc:sldMkLst>
      </pc:sldChg>
    </pc:docChg>
  </pc:docChgLst>
  <pc:docChgLst>
    <pc:chgData name="Tiago Beltrao Lacerda" userId="a6cfa6f6-6314-4baf-b142-94e6e4254abd" providerId="ADAL" clId="{397B3CA5-8420-4BB2-A10F-11EC221A7B9F}"/>
    <pc:docChg chg="undo custSel addSld modSld">
      <pc:chgData name="Tiago Beltrao Lacerda" userId="a6cfa6f6-6314-4baf-b142-94e6e4254abd" providerId="ADAL" clId="{397B3CA5-8420-4BB2-A10F-11EC221A7B9F}" dt="2025-06-01T22:01:08.087" v="188" actId="1076"/>
      <pc:docMkLst>
        <pc:docMk/>
      </pc:docMkLst>
      <pc:sldChg chg="addSp delSp modSp new mod">
        <pc:chgData name="Tiago Beltrao Lacerda" userId="a6cfa6f6-6314-4baf-b142-94e6e4254abd" providerId="ADAL" clId="{397B3CA5-8420-4BB2-A10F-11EC221A7B9F}" dt="2025-05-31T21:31:19.948" v="30" actId="113"/>
        <pc:sldMkLst>
          <pc:docMk/>
          <pc:sldMk cId="2847733816" sldId="256"/>
        </pc:sldMkLst>
        <pc:spChg chg="add mod">
          <ac:chgData name="Tiago Beltrao Lacerda" userId="a6cfa6f6-6314-4baf-b142-94e6e4254abd" providerId="ADAL" clId="{397B3CA5-8420-4BB2-A10F-11EC221A7B9F}" dt="2025-05-31T21:31:19.948" v="30" actId="113"/>
          <ac:spMkLst>
            <pc:docMk/>
            <pc:sldMk cId="2847733816" sldId="256"/>
            <ac:spMk id="12" creationId="{30D9C246-5ED4-BEE0-44EC-5B8C3B3134FB}"/>
          </ac:spMkLst>
        </pc:spChg>
      </pc:sldChg>
      <pc:sldChg chg="addSp delSp modSp add mod">
        <pc:chgData name="Tiago Beltrao Lacerda" userId="a6cfa6f6-6314-4baf-b142-94e6e4254abd" providerId="ADAL" clId="{397B3CA5-8420-4BB2-A10F-11EC221A7B9F}" dt="2025-06-01T15:04:51.617" v="108" actId="20577"/>
        <pc:sldMkLst>
          <pc:docMk/>
          <pc:sldMk cId="1106815609" sldId="257"/>
        </pc:sldMkLst>
      </pc:sldChg>
      <pc:sldChg chg="addSp delSp modSp add mod">
        <pc:chgData name="Tiago Beltrao Lacerda" userId="a6cfa6f6-6314-4baf-b142-94e6e4254abd" providerId="ADAL" clId="{397B3CA5-8420-4BB2-A10F-11EC221A7B9F}" dt="2025-06-01T15:53:32.078" v="149" actId="1076"/>
        <pc:sldMkLst>
          <pc:docMk/>
          <pc:sldMk cId="3804799167" sldId="258"/>
        </pc:sldMkLst>
      </pc:sldChg>
      <pc:sldChg chg="addSp delSp modSp add mod">
        <pc:chgData name="Tiago Beltrao Lacerda" userId="a6cfa6f6-6314-4baf-b142-94e6e4254abd" providerId="ADAL" clId="{397B3CA5-8420-4BB2-A10F-11EC221A7B9F}" dt="2025-06-01T15:53:15.877" v="147" actId="1076"/>
        <pc:sldMkLst>
          <pc:docMk/>
          <pc:sldMk cId="855907889" sldId="259"/>
        </pc:sldMkLst>
      </pc:sldChg>
      <pc:sldChg chg="addSp delSp modSp add mod">
        <pc:chgData name="Tiago Beltrao Lacerda" userId="a6cfa6f6-6314-4baf-b142-94e6e4254abd" providerId="ADAL" clId="{397B3CA5-8420-4BB2-A10F-11EC221A7B9F}" dt="2025-06-01T18:28:56.286" v="168" actId="1076"/>
        <pc:sldMkLst>
          <pc:docMk/>
          <pc:sldMk cId="652017484" sldId="260"/>
        </pc:sldMkLst>
      </pc:sldChg>
      <pc:sldChg chg="addSp delSp modSp add mod">
        <pc:chgData name="Tiago Beltrao Lacerda" userId="a6cfa6f6-6314-4baf-b142-94e6e4254abd" providerId="ADAL" clId="{397B3CA5-8420-4BB2-A10F-11EC221A7B9F}" dt="2025-06-01T22:01:08.087" v="188" actId="1076"/>
        <pc:sldMkLst>
          <pc:docMk/>
          <pc:sldMk cId="2899868402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716B-B496-1B6E-BE2F-DDB9E2024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6B65E-A15E-2659-071C-01EF16632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03055-1505-F663-167C-D9ABA5B92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D005A-F3A7-8084-8093-B9C3E072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ABAAC-4524-051E-8023-95C0679A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77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5911-B653-647F-5E06-A523E9AA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B6986-F3CE-5554-AC1C-18E4731B8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91016-06F2-1084-9B1D-7AA4E01C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8C671-96FE-23F0-9BB3-6F3AECD2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4264-7CDB-E9B5-4C3C-2CD0BDB6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8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2E70-CAAA-8979-87BA-81C08E93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7745-AE24-CA55-A9C7-BC4FAE18D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CF2DC-9CBD-5439-7216-23B1A8F5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9174A-079F-769D-8FBF-3E4B8C9F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F78D-6E23-4113-ED4C-A95206AF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16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25F9-2251-91E2-D79B-B1BD3C5A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9AE18-6CE3-4CD4-2129-91B1FFE6E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14139-E2C5-E3FB-8CF1-4D8BB59CB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8458B-5FF4-E85A-3DE2-49AA423D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5BB5B-589F-3A74-26BE-5E4630C5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FA064-0C89-1A5F-5B17-A7B96C1D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5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1933-4508-FDB5-CC7E-158D23CF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B0A15-DD2D-7556-C750-71AEB6B77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F50AE-C181-60FB-0BD6-677CA9D26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9D823-E039-7A40-D1FD-8AC83A585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74568-4F54-9013-E144-1194EEC9B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3A2B5-3F57-DA0B-A647-B50152A5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517BD-6A4C-0079-B2BB-16CC0561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0F661-FF4F-F1B0-D945-6D490B77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4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800D-6CAE-6DCA-7130-A29482B8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465AAA-77BB-25AF-269A-DB7FD3A8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3C0B8-1CA2-C3E8-FADA-4A06037B7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AAF21-7F65-D1AE-5B3D-8BBA8B4B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13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D3AB7-7F30-2D76-B9C0-ABF1A4DC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630DF-F1C1-9186-3405-AF2B541D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48E5C-8A58-109A-0659-647B024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48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98FE-D105-5CE5-EBC6-5A472D94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3280-8E84-8D70-68C5-55421968C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F7C96-8804-B112-85B5-1EE7F9215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ACF41-5EE4-30DB-5925-DD66E06A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BFBD8-06B6-1BCC-6475-938AAC40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71823-0E9C-F1A5-AB2F-54C1803B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74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DCC4-0622-88D7-58B1-BD302C0D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FC17C-6110-CF6A-6BC8-763962F6A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99A41-A577-5842-AB94-15F788F3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F6F69-9055-5E50-A75C-FA1B0D60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4E227-1953-E7B0-2D6A-B7D5F212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DFE46-EF11-46CF-2CC3-0F73C808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6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0345-3ED3-1B4F-8E2C-917FCA41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FFB5C-16ED-E919-3C1A-9B6E66ADF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04B9F-B5BF-2E2E-323E-FAADB080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3102-318A-9D28-964A-31A728E9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E7FF-DAFB-783D-75A8-B5AF10AE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62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8709F-23D1-9D98-FC75-9E0C8B37E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3F2E3-A308-C9BD-7752-084444AA8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D1ECB-148F-669A-720E-3732DA5C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77AAF-FEB2-684C-0D10-4166477C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AABA1-4EB4-261C-6205-6F0E84B8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70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00EBE-315B-F669-CE21-F3980AF6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48C8D-842D-D429-1D95-30AA4E05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6E5CE-570B-8804-FD84-6B9A8FBEB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BC733-B9F5-4D04-B1D1-E227F34B5E32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B261D-3D25-F49B-3F03-2E4B7AC6D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92726-A6BB-2A51-2086-748BC7903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27EE6-393C-44E2-BCC7-DA7FAF6E6FEB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FD0E1-F57F-E16F-2761-D7B83F91819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2600" y="6545580"/>
            <a:ext cx="10890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Classificado como Público</a:t>
            </a:r>
          </a:p>
        </p:txBody>
      </p:sp>
    </p:spTree>
    <p:extLst>
      <p:ext uri="{BB962C8B-B14F-4D97-AF65-F5344CB8AC3E}">
        <p14:creationId xmlns:p14="http://schemas.microsoft.com/office/powerpoint/2010/main" val="13045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0D9C246-5ED4-BEE0-44EC-5B8C3B3134FB}"/>
              </a:ext>
            </a:extLst>
          </p:cNvPr>
          <p:cNvSpPr txBox="1"/>
          <p:nvPr/>
        </p:nvSpPr>
        <p:spPr>
          <a:xfrm>
            <a:off x="2281187" y="336884"/>
            <a:ext cx="322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Como modelar estes riscos 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427889-2CB8-1D9C-6062-EA109112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70317"/>
              </p:ext>
            </p:extLst>
          </p:nvPr>
        </p:nvGraphicFramePr>
        <p:xfrm>
          <a:off x="2032000" y="1401818"/>
          <a:ext cx="4064000" cy="1143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10228951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2862604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563206494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708813748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7650703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RISCO_TX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RISCO_RFW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RISCO_DETENTOR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RISCO_INFRA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URGENCIA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773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0,1692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997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7731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426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059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218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73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ED826-48D6-C9DC-13D4-ED0B1C82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3E37C0C-FA0B-D742-8A9D-D1E22F0302D6}"/>
              </a:ext>
            </a:extLst>
          </p:cNvPr>
          <p:cNvSpPr txBox="1"/>
          <p:nvPr/>
        </p:nvSpPr>
        <p:spPr>
          <a:xfrm>
            <a:off x="2281187" y="336884"/>
            <a:ext cx="1169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RISCO TX</a:t>
            </a:r>
          </a:p>
        </p:txBody>
      </p:sp>
    </p:spTree>
    <p:extLst>
      <p:ext uri="{BB962C8B-B14F-4D97-AF65-F5344CB8AC3E}">
        <p14:creationId xmlns:p14="http://schemas.microsoft.com/office/powerpoint/2010/main" val="331069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46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Beltrao Lacerda</dc:creator>
  <cp:lastModifiedBy>Tiago Beltrao Lacerda</cp:lastModifiedBy>
  <cp:revision>1</cp:revision>
  <dcterms:created xsi:type="dcterms:W3CDTF">2025-05-31T21:29:34Z</dcterms:created>
  <dcterms:modified xsi:type="dcterms:W3CDTF">2025-06-27T23:13:21Z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e7e18f-5bef-4af5-83ed-4f28cda7ebe7_Enabled">
    <vt:lpwstr>true</vt:lpwstr>
  </property>
  <property fmtid="{D5CDD505-2E9C-101B-9397-08002B2CF9AE}" pid="3" name="MSIP_Label_66e7e18f-5bef-4af5-83ed-4f28cda7ebe7_SetDate">
    <vt:lpwstr>2025-05-31T21:29:38Z</vt:lpwstr>
  </property>
  <property fmtid="{D5CDD505-2E9C-101B-9397-08002B2CF9AE}" pid="4" name="MSIP_Label_66e7e18f-5bef-4af5-83ed-4f28cda7ebe7_Method">
    <vt:lpwstr>Privileged</vt:lpwstr>
  </property>
  <property fmtid="{D5CDD505-2E9C-101B-9397-08002B2CF9AE}" pid="5" name="MSIP_Label_66e7e18f-5bef-4af5-83ed-4f28cda7ebe7_Name">
    <vt:lpwstr>66e7e18f-5bef-4af5-83ed-4f28cda7ebe7</vt:lpwstr>
  </property>
  <property fmtid="{D5CDD505-2E9C-101B-9397-08002B2CF9AE}" pid="6" name="MSIP_Label_66e7e18f-5bef-4af5-83ed-4f28cda7ebe7_SiteId">
    <vt:lpwstr>57b8c96e-ac2f-4d78-a149-f1fc6817d3c4</vt:lpwstr>
  </property>
  <property fmtid="{D5CDD505-2E9C-101B-9397-08002B2CF9AE}" pid="7" name="MSIP_Label_66e7e18f-5bef-4af5-83ed-4f28cda7ebe7_ActionId">
    <vt:lpwstr>8737c17e-6299-46b0-8f93-93d167498c65</vt:lpwstr>
  </property>
  <property fmtid="{D5CDD505-2E9C-101B-9397-08002B2CF9AE}" pid="8" name="MSIP_Label_66e7e18f-5bef-4af5-83ed-4f28cda7ebe7_ContentBits">
    <vt:lpwstr>2</vt:lpwstr>
  </property>
  <property fmtid="{D5CDD505-2E9C-101B-9397-08002B2CF9AE}" pid="9" name="MSIP_Label_66e7e18f-5bef-4af5-83ed-4f28cda7ebe7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Classificado como Público</vt:lpwstr>
  </property>
</Properties>
</file>